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3A5F"/>
          </a:solidFill>
          <a:ln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Employee Break Tracking &amp; Availability Prediction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EBT System | Final Project Presentation &amp; Handover</a:t>
            </a:r>
            <a:br/>
            <a:r>
              <a:t>Technologies: Python, Flask, MySQL, TiDB Cloud, Scikit-Learn</a:t>
            </a:r>
            <a:br/>
            <a:r>
              <a:t>Author: Vijju2005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E293B"/>
                </a:solidFill>
              </a:defRPr>
            </a:pPr>
            <a:r>
              <a:t>Production Web Application Demo &amp; Technical Defense</a:t>
            </a:r>
          </a:p>
          <a:p>
            <a:pPr>
              <a:defRPr sz="1500">
                <a:solidFill>
                  <a:srgbClr val="64748B"/>
                </a:solidFill>
              </a:defRPr>
            </a:pPr>
            <a:r>
              <a:t>Live Deployment: https://ai-employee-tracking-system.onrender.com</a:t>
            </a:r>
            <a:br/>
            <a:r>
              <a:t>Database: TiDB Cloud Starter (MySQL 8.0 Protocol with TLS)</a:t>
            </a:r>
            <a:br/>
            <a:r>
              <a:t>Codebase: github.com/Vijju2005/AI-Employee-Tracking-System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3A5F"/>
          </a:solidFill>
          <a:ln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Limitations in Modern Workforce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Traditional punch-card and biometric systems only log start and end of shifts.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Real employee availability and micro-break patterns remain completely untracked.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Managers face difficulty predicting when team members will return from breaks.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Manual paper/spreadsheet tracking leads to time discrepancy and dispute over overtime/working hours.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Lack of predictive intelligence to optimize task assignment during active working windows.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3A5F"/>
          </a:solidFill>
          <a:ln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Core System Capabilities &amp;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Automate server-side timestamping (UTC storage, localized IST Asia/Kolkata display).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Implement dynamic working-hours calculation deducting multi-category breaks automatically.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Provide multi-break session support (Tea, Lunch, Coffee, Personal, Other) with conflict prevention.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Deploy machine learning availability predictions using Random Forest Regressors.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Ensure strict Role-Based Access Control (Admin vs. Employee portals).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Support instant enterprise reporting with ReportLab PDF and OpenPyXL Excel downloads.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3A5F"/>
          </a:solidFill>
          <a:ln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Robust, Scalable, Production-Grade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Backend: Python 3.14, Flask 3.1, Gunicorn WSGI server.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Database: TiDB Cloud Starter (Managed MySQL-compatible cluster) with TLS/SSL encryption.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Frontend: HTML5, CSS3 (Enterprise Navy-Blue Design System), Vanilla JS, Chart.js.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Machine Learning: Scikit-Learn (RandomForestRegressor, MAE/RMSE metrics), Pandas, NumPy.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Reporting: ReportLab (Custom-styled PDF) and OpenPyXL (Excel .xlsx with auto-sizing).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Hosting &amp; DevOps: Render Cloud Web Service, GitHub CI/CD integration, Pytest test suite.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3A5F"/>
          </a:solidFill>
          <a:ln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Clean Layered Web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Presentation Layer: Responsive Jinja2 templates, Chart.js analytics, real-time JavaScript timers.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Routing &amp; Controller Layer: Flask Blueprints (auth, dashboard, employees, attendance, breaks, leave, reports, ml).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Business Logic Layer: Dynamic hour calculations, break conflict detection, ML feature engineering.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Data Access Layer: Flask-SQLAlchemy with connection pooling, pool pre-ping, and TLS verification.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External Services: Flask-Mail notification engine, TiDB Cloud database gateway.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3A5F"/>
          </a:solidFill>
          <a:ln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Admin &amp; Employee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Distinct Role-Based Experiences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Admin Portal: 4 KPI overview cards, 7-day attendance trends, department distribution, employee directory management.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Admin Leave Review: One-click Approve/Reject with manager notes and automated email status notifications.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Employee Portal: Status hero card, check-in/out, start/end breaks, and dynamic working hours timer.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Employee Leave Management: Apply for Casual/Sick/Annual leave with Full, Half, or Partial day types.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Security: @admin_required route protection and custom HTTP error handlers (403, 404, 500).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3A5F"/>
          </a:solidFill>
          <a:ln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Attendance &amp; Break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High Precision Time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Check-In &amp; Check-Out: Prevents duplicate sessions; records UTC timestamps safely.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Live Working Hours: Automatically calculates elapsed net working time every second on the client dashboard.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Multi-Break Lifecycle: Start and end multiple breaks with live active break status badges.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Automatic Break Closing: If an employee checks out during an active break, the system closes the break cleanly.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Formula: Net Working Time = (Gross Elapsed Session Duration) - (Total Completed Breaks Duration).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3A5F"/>
          </a:solidFill>
          <a:ln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Machine Learning Availability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Random Forest Predictive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Tier 1 (Cold Start &lt; 5 records): Global category average duration fallback.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Tier 2 (5 to 19 records): Personalized historical rolling average.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Tier 3 (&gt;= 20 records): Scikit-Learn RandomForestRegressor (50 trees, random state 42).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Engineered Features: Day of week, hour of day, encoded category, scheduled daily shift duration.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Accuracy Evaluation: Outputs real-time MAE (Mean Absolute Error) and RMSE (Root Mean Squared Error).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Availability Formula: Estimated Available = max(0, Scheduled Shift Minutes - Predicted Break Duration).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3A5F"/>
          </a:solidFill>
          <a:ln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8. Analytics &amp; Enterprise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Actionable Insights &amp; Audit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Interactive Dashboard Charts: 7-day stacked attendance volume and department employee counts.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ReportLab PDF Generation: Branded A4 landscape tables, custom header banners, alternating row fills.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OpenPyXL Excel Generation: Structured workbooks, auto-fitted column widths, styled header cells.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Supported Report Types: Attendance history, Break records, Leave summary, and Working hours audit.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3A5F"/>
          </a:solidFill>
          <a:ln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9. Testing &amp;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100% Automated Test Suite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Framework: Pytest and Pytest-Flask with isolated in-memory test database.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Total Tests: 37 test cases covering 10 functional modules.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Pass Rate: 100% passing (37 passed in 5.07 seconds).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Coverage: Blueprint registration, model methods, CSRF verification, RBAC route protection, open redirect defenses, ML pipeline, and report generation.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3A5F"/>
          </a:solidFill>
          <a:ln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10. Cloud Deployment &amp;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Live Production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Production URL: https://ai-employee-tracking-system.onrender.com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Cloud Database: TiDB Cloud Starter (gateway01.ap-southeast-1.prod.aws.tidbcloud.com:4000).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Database Health: HTTP 200 OK, 8 initialized tables, TLS/SSL connection active.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Web Server: Gunicorn with multi-worker support and 120-second request timeout.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GitHub Repository: Vijju2005/AI-Employee-Tracking-System (main branch in sync).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3A5F"/>
          </a:solidFill>
          <a:ln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11. 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Summary and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Project Summary: Delivered a complete, secure, responsive, and ML-powered workforce tracking system.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Production Ready: Tested, verified, and deployed on live HTTPS cloud infrastructure.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Future Scope 1: Mobile application with GPS / Geofencing check-in validation.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Future Scope 2: Facial recognition biometric verification on web punch-in.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Future Scope 3: Integration with enterprise calendar APIs (Google Calendar / Microsoft Teams).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